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</p:sldIdLst>
  <p:sldSz cy="10287000" cx="18288000"/>
  <p:notesSz cx="6858000" cy="9144000"/>
  <p:embeddedFontLst>
    <p:embeddedFont>
      <p:font typeface="Lato"/>
      <p:regular r:id="rId27"/>
      <p:bold r:id="rId28"/>
      <p:italic r:id="rId29"/>
      <p:boldItalic r:id="rId30"/>
    </p:embeddedFont>
    <p:embeddedFont>
      <p:font typeface="Poppins"/>
      <p:regular r:id="rId31"/>
      <p:bold r:id="rId32"/>
      <p:italic r:id="rId33"/>
      <p:boldItalic r:id="rId34"/>
    </p:embeddedFont>
    <p:embeddedFont>
      <p:font typeface="Lato Black"/>
      <p:bold r:id="rId35"/>
      <p:boldItalic r:id="rId36"/>
    </p:embeddedFont>
    <p:embeddedFont>
      <p:font typeface="Poppins Medium"/>
      <p:regular r:id="rId37"/>
      <p:bold r:id="rId38"/>
      <p:italic r:id="rId39"/>
      <p:boldItalic r:id="rId40"/>
    </p:embeddedFont>
    <p:embeddedFont>
      <p:font typeface="Exo 2"/>
      <p:regular r:id="rId41"/>
      <p:bold r:id="rId42"/>
      <p:italic r:id="rId43"/>
      <p:boldItalic r:id="rId44"/>
    </p:embeddedFont>
    <p:embeddedFont>
      <p:font typeface="Poppins SemiBold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40436C-0A80-415A-A230-E58032394CD3}">
  <a:tblStyle styleId="{E140436C-0A80-415A-A230-E58032394CD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F2615E1-BFC9-46CB-AD60-8D5C7FC21417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Medium-boldItalic.fntdata"/><Relationship Id="rId42" Type="http://schemas.openxmlformats.org/officeDocument/2006/relationships/font" Target="fonts/Exo2-bold.fntdata"/><Relationship Id="rId41" Type="http://schemas.openxmlformats.org/officeDocument/2006/relationships/font" Target="fonts/Exo2-regular.fntdata"/><Relationship Id="rId44" Type="http://schemas.openxmlformats.org/officeDocument/2006/relationships/font" Target="fonts/Exo2-boldItalic.fntdata"/><Relationship Id="rId43" Type="http://schemas.openxmlformats.org/officeDocument/2006/relationships/font" Target="fonts/Exo2-italic.fntdata"/><Relationship Id="rId46" Type="http://schemas.openxmlformats.org/officeDocument/2006/relationships/font" Target="fonts/PoppinsSemiBold-bold.fntdata"/><Relationship Id="rId45" Type="http://schemas.openxmlformats.org/officeDocument/2006/relationships/font" Target="fonts/Poppi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SemiBold-boldItalic.fntdata"/><Relationship Id="rId47" Type="http://schemas.openxmlformats.org/officeDocument/2006/relationships/font" Target="fonts/PoppinsSemiBold-italic.fntdata"/><Relationship Id="rId28" Type="http://schemas.openxmlformats.org/officeDocument/2006/relationships/font" Target="fonts/Lato-bold.fntdata"/><Relationship Id="rId27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regular.fntdata"/><Relationship Id="rId30" Type="http://schemas.openxmlformats.org/officeDocument/2006/relationships/font" Target="fonts/Lato-boldItalic.fntdata"/><Relationship Id="rId33" Type="http://schemas.openxmlformats.org/officeDocument/2006/relationships/font" Target="fonts/Poppins-italic.fntdata"/><Relationship Id="rId32" Type="http://schemas.openxmlformats.org/officeDocument/2006/relationships/font" Target="fonts/Poppins-bold.fntdata"/><Relationship Id="rId35" Type="http://schemas.openxmlformats.org/officeDocument/2006/relationships/font" Target="fonts/LatoBlack-bold.fntdata"/><Relationship Id="rId34" Type="http://schemas.openxmlformats.org/officeDocument/2006/relationships/font" Target="fonts/Poppins-boldItalic.fntdata"/><Relationship Id="rId37" Type="http://schemas.openxmlformats.org/officeDocument/2006/relationships/font" Target="fonts/PoppinsMedium-regular.fntdata"/><Relationship Id="rId36" Type="http://schemas.openxmlformats.org/officeDocument/2006/relationships/font" Target="fonts/LatoBlack-boldItalic.fntdata"/><Relationship Id="rId39" Type="http://schemas.openxmlformats.org/officeDocument/2006/relationships/font" Target="fonts/PoppinsMedium-italic.fntdata"/><Relationship Id="rId38" Type="http://schemas.openxmlformats.org/officeDocument/2006/relationships/font" Target="fonts/Poppi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427afecf36_0_1415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427afecf36_0_1415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g3427afecf36_0_1415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pt-BR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427afecf36_0_14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427afecf36_0_1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6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58" name="Google Shape;58;p16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59" name="Google Shape;59;p1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7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69" name="Google Shape;69;p19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0" name="Google Shape;70;p19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3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85" name="Google Shape;85;p23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6" name="Google Shape;86;p23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b="0" i="0" sz="5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b="0" i="0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064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064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064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064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064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064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064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7"/>
          <p:cNvPicPr preferRelativeResize="0"/>
          <p:nvPr/>
        </p:nvPicPr>
        <p:blipFill rotWithShape="1">
          <a:blip r:embed="rId3">
            <a:alphaModFix/>
          </a:blip>
          <a:srcRect b="23398" l="0" r="27557" t="20639"/>
          <a:stretch/>
        </p:blipFill>
        <p:spPr>
          <a:xfrm>
            <a:off x="-4100" y="0"/>
            <a:ext cx="18288005" cy="7920000"/>
          </a:xfrm>
          <a:prstGeom prst="rect">
            <a:avLst/>
          </a:prstGeom>
          <a:solidFill>
            <a:srgbClr val="7ED98B"/>
          </a:solidFill>
          <a:ln>
            <a:noFill/>
          </a:ln>
        </p:spPr>
      </p:pic>
      <p:pic>
        <p:nvPicPr>
          <p:cNvPr descr="preencoded.png" id="103" name="Google Shape;103;p27"/>
          <p:cNvPicPr preferRelativeResize="0"/>
          <p:nvPr/>
        </p:nvPicPr>
        <p:blipFill rotWithShape="1">
          <a:blip r:embed="rId4">
            <a:alphaModFix/>
          </a:blip>
          <a:srcRect b="17954" l="0" r="0" t="5058"/>
          <a:stretch/>
        </p:blipFill>
        <p:spPr>
          <a:xfrm>
            <a:off x="0" y="-375"/>
            <a:ext cx="12110399" cy="792000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7"/>
          <p:cNvGrpSpPr/>
          <p:nvPr/>
        </p:nvGrpSpPr>
        <p:grpSpPr>
          <a:xfrm>
            <a:off x="1440271" y="8750385"/>
            <a:ext cx="1535590" cy="287997"/>
            <a:chOff x="2716728" y="4386757"/>
            <a:chExt cx="2400109" cy="450558"/>
          </a:xfrm>
        </p:grpSpPr>
        <p:sp>
          <p:nvSpPr>
            <p:cNvPr id="105" name="Google Shape;105;p27"/>
            <p:cNvSpPr/>
            <p:nvPr/>
          </p:nvSpPr>
          <p:spPr>
            <a:xfrm>
              <a:off x="4494569" y="4561350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1863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4690022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629" y="268796"/>
                  </a:lnTo>
                  <a:lnTo>
                    <a:pt x="0" y="134398"/>
                  </a:lnTo>
                  <a:lnTo>
                    <a:pt x="77629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0033FF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4884046" y="4561826"/>
              <a:ext cx="232791" cy="268795"/>
            </a:xfrm>
            <a:custGeom>
              <a:rect b="b" l="l" r="r" t="t"/>
              <a:pathLst>
                <a:path extrusionOk="0" h="268795" w="232791">
                  <a:moveTo>
                    <a:pt x="232791" y="268796"/>
                  </a:moveTo>
                  <a:lnTo>
                    <a:pt x="77533" y="268796"/>
                  </a:lnTo>
                  <a:lnTo>
                    <a:pt x="0" y="134398"/>
                  </a:lnTo>
                  <a:lnTo>
                    <a:pt x="77533" y="0"/>
                  </a:lnTo>
                  <a:lnTo>
                    <a:pt x="232791" y="268796"/>
                  </a:lnTo>
                  <a:close/>
                </a:path>
              </a:pathLst>
            </a:custGeom>
            <a:solidFill>
              <a:srgbClr val="EC2890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3298038" y="4392567"/>
              <a:ext cx="324135" cy="437959"/>
            </a:xfrm>
            <a:custGeom>
              <a:rect b="b" l="l" r="r" t="t"/>
              <a:pathLst>
                <a:path extrusionOk="0" h="437959" w="324135">
                  <a:moveTo>
                    <a:pt x="263747" y="63151"/>
                  </a:moveTo>
                  <a:cubicBezTo>
                    <a:pt x="223552" y="21050"/>
                    <a:pt x="173355" y="0"/>
                    <a:pt x="113348" y="0"/>
                  </a:cubicBezTo>
                  <a:lnTo>
                    <a:pt x="51721" y="0"/>
                  </a:lnTo>
                  <a:cubicBezTo>
                    <a:pt x="51721" y="0"/>
                    <a:pt x="51149" y="286"/>
                    <a:pt x="51149" y="572"/>
                  </a:cubicBezTo>
                  <a:lnTo>
                    <a:pt x="51149" y="81344"/>
                  </a:lnTo>
                  <a:cubicBezTo>
                    <a:pt x="51149" y="82105"/>
                    <a:pt x="51721" y="82677"/>
                    <a:pt x="52483" y="82677"/>
                  </a:cubicBezTo>
                  <a:lnTo>
                    <a:pt x="113443" y="82677"/>
                  </a:lnTo>
                  <a:cubicBezTo>
                    <a:pt x="151352" y="82677"/>
                    <a:pt x="182213" y="95250"/>
                    <a:pt x="206026" y="120491"/>
                  </a:cubicBezTo>
                  <a:cubicBezTo>
                    <a:pt x="229743" y="145733"/>
                    <a:pt x="241649" y="178594"/>
                    <a:pt x="241649" y="218980"/>
                  </a:cubicBezTo>
                  <a:cubicBezTo>
                    <a:pt x="241649" y="259366"/>
                    <a:pt x="229743" y="292322"/>
                    <a:pt x="206026" y="317468"/>
                  </a:cubicBezTo>
                  <a:cubicBezTo>
                    <a:pt x="182309" y="342710"/>
                    <a:pt x="151352" y="355283"/>
                    <a:pt x="113443" y="355283"/>
                  </a:cubicBezTo>
                  <a:lnTo>
                    <a:pt x="56198" y="355283"/>
                  </a:lnTo>
                  <a:cubicBezTo>
                    <a:pt x="34576" y="422910"/>
                    <a:pt x="0" y="437960"/>
                    <a:pt x="0" y="437960"/>
                  </a:cubicBezTo>
                  <a:lnTo>
                    <a:pt x="113348" y="437960"/>
                  </a:lnTo>
                  <a:cubicBezTo>
                    <a:pt x="173355" y="437960"/>
                    <a:pt x="223552" y="416909"/>
                    <a:pt x="263747" y="374714"/>
                  </a:cubicBezTo>
                  <a:cubicBezTo>
                    <a:pt x="303943" y="332613"/>
                    <a:pt x="324136" y="280702"/>
                    <a:pt x="324136" y="218980"/>
                  </a:cubicBezTo>
                  <a:cubicBezTo>
                    <a:pt x="324136" y="157258"/>
                    <a:pt x="303943" y="105347"/>
                    <a:pt x="263747" y="6315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3635604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118015"/>
                  </a:move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1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4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lnTo>
                    <a:pt x="278416" y="118015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2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3937261" y="4386757"/>
              <a:ext cx="198882" cy="448913"/>
            </a:xfrm>
            <a:custGeom>
              <a:rect b="b" l="l" r="r" t="t"/>
              <a:pathLst>
                <a:path extrusionOk="0" h="448913" w="198882">
                  <a:moveTo>
                    <a:pt x="131254" y="0"/>
                  </a:moveTo>
                  <a:lnTo>
                    <a:pt x="48006" y="0"/>
                  </a:lnTo>
                  <a:lnTo>
                    <a:pt x="48006" y="109252"/>
                  </a:lnTo>
                  <a:lnTo>
                    <a:pt x="0" y="109252"/>
                  </a:lnTo>
                  <a:lnTo>
                    <a:pt x="0" y="174879"/>
                  </a:lnTo>
                  <a:lnTo>
                    <a:pt x="48006" y="174879"/>
                  </a:lnTo>
                  <a:lnTo>
                    <a:pt x="48006" y="349853"/>
                  </a:lnTo>
                  <a:cubicBezTo>
                    <a:pt x="48006" y="423005"/>
                    <a:pt x="71438" y="448913"/>
                    <a:pt x="137636" y="448913"/>
                  </a:cubicBezTo>
                  <a:cubicBezTo>
                    <a:pt x="160115" y="448913"/>
                    <a:pt x="179832" y="446056"/>
                    <a:pt x="196310" y="443198"/>
                  </a:cubicBezTo>
                  <a:lnTo>
                    <a:pt x="198882" y="442722"/>
                  </a:lnTo>
                  <a:lnTo>
                    <a:pt x="198882" y="373571"/>
                  </a:lnTo>
                  <a:lnTo>
                    <a:pt x="194977" y="374523"/>
                  </a:lnTo>
                  <a:cubicBezTo>
                    <a:pt x="183166" y="377476"/>
                    <a:pt x="172117" y="378809"/>
                    <a:pt x="160401" y="378809"/>
                  </a:cubicBezTo>
                  <a:cubicBezTo>
                    <a:pt x="139446" y="378809"/>
                    <a:pt x="131350" y="369094"/>
                    <a:pt x="131350" y="344043"/>
                  </a:cubicBezTo>
                  <a:lnTo>
                    <a:pt x="131350" y="174879"/>
                  </a:lnTo>
                  <a:lnTo>
                    <a:pt x="198882" y="174879"/>
                  </a:lnTo>
                  <a:lnTo>
                    <a:pt x="198882" y="109252"/>
                  </a:lnTo>
                  <a:lnTo>
                    <a:pt x="131350" y="109252"/>
                  </a:lnTo>
                  <a:lnTo>
                    <a:pt x="1313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4165670" y="4488484"/>
              <a:ext cx="284416" cy="348519"/>
            </a:xfrm>
            <a:custGeom>
              <a:rect b="b" l="l" r="r" t="t"/>
              <a:pathLst>
                <a:path extrusionOk="0" h="348519" w="284416">
                  <a:moveTo>
                    <a:pt x="278416" y="279654"/>
                  </a:moveTo>
                  <a:lnTo>
                    <a:pt x="278416" y="118015"/>
                  </a:lnTo>
                  <a:cubicBezTo>
                    <a:pt x="278416" y="38576"/>
                    <a:pt x="236887" y="0"/>
                    <a:pt x="151543" y="0"/>
                  </a:cubicBezTo>
                  <a:cubicBezTo>
                    <a:pt x="87154" y="0"/>
                    <a:pt x="42482" y="22384"/>
                    <a:pt x="14954" y="68485"/>
                  </a:cubicBezTo>
                  <a:lnTo>
                    <a:pt x="13430" y="71152"/>
                  </a:lnTo>
                  <a:lnTo>
                    <a:pt x="73628" y="108490"/>
                  </a:lnTo>
                  <a:lnTo>
                    <a:pt x="75248" y="105823"/>
                  </a:lnTo>
                  <a:cubicBezTo>
                    <a:pt x="93536" y="76771"/>
                    <a:pt x="114871" y="64294"/>
                    <a:pt x="146495" y="64294"/>
                  </a:cubicBezTo>
                  <a:cubicBezTo>
                    <a:pt x="166497" y="64294"/>
                    <a:pt x="179546" y="68390"/>
                    <a:pt x="187547" y="77057"/>
                  </a:cubicBezTo>
                  <a:cubicBezTo>
                    <a:pt x="195739" y="85916"/>
                    <a:pt x="198787" y="100013"/>
                    <a:pt x="197263" y="121063"/>
                  </a:cubicBezTo>
                  <a:cubicBezTo>
                    <a:pt x="144018" y="131350"/>
                    <a:pt x="90297" y="143542"/>
                    <a:pt x="55912" y="162687"/>
                  </a:cubicBezTo>
                  <a:cubicBezTo>
                    <a:pt x="17812" y="184118"/>
                    <a:pt x="0" y="213836"/>
                    <a:pt x="0" y="256318"/>
                  </a:cubicBezTo>
                  <a:cubicBezTo>
                    <a:pt x="0" y="313182"/>
                    <a:pt x="35338" y="348520"/>
                    <a:pt x="92202" y="348520"/>
                  </a:cubicBezTo>
                  <a:cubicBezTo>
                    <a:pt x="129159" y="348520"/>
                    <a:pt x="164687" y="334994"/>
                    <a:pt x="197929" y="308324"/>
                  </a:cubicBezTo>
                  <a:lnTo>
                    <a:pt x="203168" y="342233"/>
                  </a:lnTo>
                  <a:lnTo>
                    <a:pt x="284417" y="342233"/>
                  </a:lnTo>
                  <a:lnTo>
                    <a:pt x="278416" y="279749"/>
                  </a:lnTo>
                  <a:close/>
                  <a:moveTo>
                    <a:pt x="194500" y="176117"/>
                  </a:moveTo>
                  <a:lnTo>
                    <a:pt x="194500" y="250031"/>
                  </a:lnTo>
                  <a:cubicBezTo>
                    <a:pt x="175546" y="270986"/>
                    <a:pt x="148685" y="283464"/>
                    <a:pt x="122492" y="283464"/>
                  </a:cubicBezTo>
                  <a:cubicBezTo>
                    <a:pt x="98774" y="283464"/>
                    <a:pt x="84582" y="269272"/>
                    <a:pt x="84582" y="245554"/>
                  </a:cubicBezTo>
                  <a:cubicBezTo>
                    <a:pt x="84582" y="225838"/>
                    <a:pt x="92583" y="210884"/>
                    <a:pt x="107633" y="202216"/>
                  </a:cubicBezTo>
                  <a:cubicBezTo>
                    <a:pt x="127540" y="191357"/>
                    <a:pt x="151829" y="184976"/>
                    <a:pt x="194596" y="1761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50" spcFirstLastPara="1" rIns="91450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2" name="Google Shape;112;p27"/>
            <p:cNvGrpSpPr/>
            <p:nvPr/>
          </p:nvGrpSpPr>
          <p:grpSpPr>
            <a:xfrm>
              <a:off x="2716728" y="4391709"/>
              <a:ext cx="602932" cy="445606"/>
              <a:chOff x="2716728" y="4391709"/>
              <a:chExt cx="602932" cy="445606"/>
            </a:xfrm>
          </p:grpSpPr>
          <p:sp>
            <p:nvSpPr>
              <p:cNvPr id="113" name="Google Shape;113;p27"/>
              <p:cNvSpPr/>
              <p:nvPr/>
            </p:nvSpPr>
            <p:spPr>
              <a:xfrm>
                <a:off x="2716728" y="4391709"/>
                <a:ext cx="415480" cy="438816"/>
              </a:xfrm>
              <a:custGeom>
                <a:rect b="b" l="l" r="r" t="t"/>
                <a:pathLst>
                  <a:path extrusionOk="0" h="438816" w="415480">
                    <a:moveTo>
                      <a:pt x="415481" y="438817"/>
                    </a:moveTo>
                    <a:lnTo>
                      <a:pt x="254318" y="2286"/>
                    </a:lnTo>
                    <a:cubicBezTo>
                      <a:pt x="253841" y="953"/>
                      <a:pt x="252508" y="0"/>
                      <a:pt x="251079" y="0"/>
                    </a:cubicBezTo>
                    <a:lnTo>
                      <a:pt x="161735" y="0"/>
                    </a:lnTo>
                    <a:lnTo>
                      <a:pt x="161735" y="10001"/>
                    </a:lnTo>
                    <a:lnTo>
                      <a:pt x="0" y="438817"/>
                    </a:lnTo>
                    <a:lnTo>
                      <a:pt x="93440" y="438817"/>
                    </a:lnTo>
                    <a:lnTo>
                      <a:pt x="123158" y="348139"/>
                    </a:lnTo>
                    <a:lnTo>
                      <a:pt x="293561" y="348139"/>
                    </a:lnTo>
                    <a:lnTo>
                      <a:pt x="327850" y="438817"/>
                    </a:lnTo>
                    <a:lnTo>
                      <a:pt x="415481" y="438817"/>
                    </a:lnTo>
                    <a:close/>
                    <a:moveTo>
                      <a:pt x="271367" y="278892"/>
                    </a:moveTo>
                    <a:lnTo>
                      <a:pt x="145352" y="278892"/>
                    </a:lnTo>
                    <a:lnTo>
                      <a:pt x="204406" y="95726"/>
                    </a:lnTo>
                    <a:lnTo>
                      <a:pt x="204406" y="92393"/>
                    </a:lnTo>
                    <a:lnTo>
                      <a:pt x="211836" y="92393"/>
                    </a:lnTo>
                    <a:lnTo>
                      <a:pt x="211836" y="95726"/>
                    </a:lnTo>
                    <a:lnTo>
                      <a:pt x="271463" y="2789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27"/>
              <p:cNvSpPr/>
              <p:nvPr/>
            </p:nvSpPr>
            <p:spPr>
              <a:xfrm>
                <a:off x="3015327" y="4391805"/>
                <a:ext cx="304333" cy="445510"/>
              </a:xfrm>
              <a:custGeom>
                <a:rect b="b" l="l" r="r" t="t"/>
                <a:pathLst>
                  <a:path extrusionOk="0" h="445510" w="304333">
                    <a:moveTo>
                      <a:pt x="218227" y="174593"/>
                    </a:moveTo>
                    <a:lnTo>
                      <a:pt x="288331" y="84201"/>
                    </a:lnTo>
                    <a:cubicBezTo>
                      <a:pt x="288903" y="83534"/>
                      <a:pt x="289188" y="82582"/>
                      <a:pt x="289188" y="81725"/>
                    </a:cubicBezTo>
                    <a:lnTo>
                      <a:pt x="289188" y="762"/>
                    </a:lnTo>
                    <a:cubicBezTo>
                      <a:pt x="289188" y="762"/>
                      <a:pt x="288807" y="0"/>
                      <a:pt x="288426" y="0"/>
                    </a:cubicBezTo>
                    <a:lnTo>
                      <a:pt x="581" y="381"/>
                    </a:lnTo>
                    <a:cubicBezTo>
                      <a:pt x="581" y="381"/>
                      <a:pt x="-86" y="762"/>
                      <a:pt x="9" y="1238"/>
                    </a:cubicBezTo>
                    <a:lnTo>
                      <a:pt x="24870" y="70199"/>
                    </a:lnTo>
                    <a:lnTo>
                      <a:pt x="210607" y="70199"/>
                    </a:lnTo>
                    <a:lnTo>
                      <a:pt x="195081" y="81915"/>
                    </a:lnTo>
                    <a:lnTo>
                      <a:pt x="192986" y="84392"/>
                    </a:lnTo>
                    <a:lnTo>
                      <a:pt x="104022" y="200501"/>
                    </a:lnTo>
                    <a:cubicBezTo>
                      <a:pt x="103260" y="201454"/>
                      <a:pt x="103070" y="202692"/>
                      <a:pt x="103546" y="203835"/>
                    </a:cubicBezTo>
                    <a:lnTo>
                      <a:pt x="119643" y="248888"/>
                    </a:lnTo>
                    <a:cubicBezTo>
                      <a:pt x="120977" y="252603"/>
                      <a:pt x="124977" y="254222"/>
                      <a:pt x="128406" y="252222"/>
                    </a:cubicBezTo>
                    <a:cubicBezTo>
                      <a:pt x="140979" y="245174"/>
                      <a:pt x="156124" y="242126"/>
                      <a:pt x="172221" y="245269"/>
                    </a:cubicBezTo>
                    <a:cubicBezTo>
                      <a:pt x="197748" y="250222"/>
                      <a:pt x="217179" y="269272"/>
                      <a:pt x="222323" y="294799"/>
                    </a:cubicBezTo>
                    <a:cubicBezTo>
                      <a:pt x="230324" y="334518"/>
                      <a:pt x="201463" y="369475"/>
                      <a:pt x="163744" y="371856"/>
                    </a:cubicBezTo>
                    <a:cubicBezTo>
                      <a:pt x="162411" y="371856"/>
                      <a:pt x="161077" y="372047"/>
                      <a:pt x="159744" y="372047"/>
                    </a:cubicBezTo>
                    <a:cubicBezTo>
                      <a:pt x="148599" y="372047"/>
                      <a:pt x="138027" y="369189"/>
                      <a:pt x="128883" y="364141"/>
                    </a:cubicBezTo>
                    <a:cubicBezTo>
                      <a:pt x="128883" y="364141"/>
                      <a:pt x="158029" y="445294"/>
                      <a:pt x="158124" y="445389"/>
                    </a:cubicBezTo>
                    <a:cubicBezTo>
                      <a:pt x="168792" y="445865"/>
                      <a:pt x="179175" y="444913"/>
                      <a:pt x="189176" y="443008"/>
                    </a:cubicBezTo>
                    <a:cubicBezTo>
                      <a:pt x="254708" y="430816"/>
                      <a:pt x="304333" y="373475"/>
                      <a:pt x="304333" y="304419"/>
                    </a:cubicBezTo>
                    <a:cubicBezTo>
                      <a:pt x="304333" y="246126"/>
                      <a:pt x="268995" y="196120"/>
                      <a:pt x="218513" y="17459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50" spcFirstLastPara="1" rIns="91450" wrap="square" tIns="45700">
                <a:no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5" name="Google Shape;115;p27"/>
          <p:cNvSpPr txBox="1"/>
          <p:nvPr/>
        </p:nvSpPr>
        <p:spPr>
          <a:xfrm>
            <a:off x="1441650" y="288025"/>
            <a:ext cx="2711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PROPOSTA TÉCNICA E COMERCIAL ·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{{CLIENTE}}</a:t>
            </a:r>
            <a:r>
              <a:rPr lang="pt-BR" sz="800">
                <a:solidFill>
                  <a:srgbClr val="F5F5F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800">
              <a:solidFill>
                <a:srgbClr val="F5F5F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preencoded.png" id="116" name="Google Shape;11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40475" y="8424000"/>
            <a:ext cx="68352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580223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160347" y="8424000"/>
            <a:ext cx="1152000" cy="11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7"/>
          <p:cNvSpPr txBox="1"/>
          <p:nvPr/>
        </p:nvSpPr>
        <p:spPr>
          <a:xfrm>
            <a:off x="1440000" y="2016000"/>
            <a:ext cx="10965000" cy="23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lang="pt-BR" sz="96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Técnica </a:t>
            </a:r>
            <a:endParaRPr b="0" i="0" sz="9600" u="none" cap="none" strike="noStrike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20" name="Google Shape;120;p27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27"/>
          <p:cNvSpPr txBox="1"/>
          <p:nvPr/>
        </p:nvSpPr>
        <p:spPr>
          <a:xfrm>
            <a:off x="1567950" y="4739363"/>
            <a:ext cx="10257600" cy="20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{{NOME_DA_INICIATIVA}}</a:t>
            </a:r>
            <a:b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</a:br>
            <a:r>
              <a:rPr lang="pt-BR" sz="5200">
                <a:solidFill>
                  <a:srgbClr val="F4F4F4"/>
                </a:solidFill>
                <a:latin typeface="Lato Black"/>
                <a:ea typeface="Lato Black"/>
                <a:cs typeface="Lato Black"/>
                <a:sym typeface="Lato Black"/>
              </a:rPr>
              <a:t>{{FRENTE_OU_ESCOPO}}</a:t>
            </a:r>
            <a:endParaRPr sz="5200">
              <a:solidFill>
                <a:srgbClr val="F4F4F4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  <p:sp>
        <p:nvSpPr>
          <p:cNvPr id="2000" name="LOGO DO CLIENTE"/>
          <p:cNvSpPr txBox="1"/>
          <p:nvPr/>
        </p:nvSpPr>
        <p:spPr>
          <a:xfrm>
            <a:off x="3332250" y="8705550"/>
            <a:ext cx="2987559" cy="384900"/>
          </a:xfrm>
          <a:prstGeom prst="rect">
            <a:avLst/>
          </a:prstGeom>
          <a:noFill/>
          <a:ln w="12700">
            <a:solidFill>
              <a:srgbClr val="8A8A8A"/>
            </a:solidFill>
            <a:prstDash val="dash"/>
          </a:ln>
        </p:spPr>
        <p:txBody>
          <a:bodyPr anchor="ctr"/>
          <a:lstStyle/>
          <a:p>
            <a:pPr algn="ctr"/>
            <a:r>
              <a:rPr lang="pt-BR" sz="1100" b="1">
                <a:solidFill>
                  <a:srgbClr val="8A8A8A"/>
                </a:solidFill>
                <a:latin typeface="Lato"/>
              </a:rPr>
              <a:t>[LOGO DO CLIENTE]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8"/>
          <p:cNvPicPr preferRelativeResize="0"/>
          <p:nvPr/>
        </p:nvPicPr>
        <p:blipFill rotWithShape="1">
          <a:blip r:embed="rId3">
            <a:alphaModFix/>
          </a:blip>
          <a:srcRect b="0" l="26117" r="9508" t="0"/>
          <a:stretch/>
        </p:blipFill>
        <p:spPr>
          <a:xfrm>
            <a:off x="8352000" y="0"/>
            <a:ext cx="9936000" cy="1028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pic>
        <p:nvPicPr>
          <p:cNvPr descr="preencoded.png" id="129" name="Google Shape;12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2000" y="9869738"/>
            <a:ext cx="610560" cy="11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8"/>
          <p:cNvSpPr txBox="1"/>
          <p:nvPr/>
        </p:nvSpPr>
        <p:spPr>
          <a:xfrm>
            <a:off x="1441647" y="9875975"/>
            <a:ext cx="1890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© </a:t>
            </a:r>
            <a:r>
              <a:rPr lang="pt-BR" sz="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2026</a:t>
            </a: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· A3DATA CONSULTORIA S/A.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8"/>
          <p:cNvSpPr txBox="1"/>
          <p:nvPr/>
        </p:nvSpPr>
        <p:spPr>
          <a:xfrm>
            <a:off x="3585947" y="9876000"/>
            <a:ext cx="2466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pt-BR" sz="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LOUCOS POR DADOS APAIXONADOS POR GENTE</a:t>
            </a:r>
            <a:endParaRPr b="0" i="0" sz="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2" name="Google Shape;132;p28"/>
          <p:cNvSpPr txBox="1"/>
          <p:nvPr/>
        </p:nvSpPr>
        <p:spPr>
          <a:xfrm>
            <a:off x="1441650" y="641195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Reiteramos nosso agradecimento pela nossa participação nesta oportunidade e asseguramos que o time A3Data está profundamente motivado, comprometido com o êxito  e confiante de ofertar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{{A_AO}}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{{CLIENTE}}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uma abordagem que assegura os elementos para o sucesso deste projeto.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3" name="Google Shape;133;p28"/>
          <p:cNvSpPr txBox="1"/>
          <p:nvPr/>
        </p:nvSpPr>
        <p:spPr>
          <a:xfrm>
            <a:off x="1441650" y="1008000"/>
            <a:ext cx="60468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Proposta</a:t>
            </a:r>
            <a:endParaRPr b="0" i="0" sz="40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85B6FF"/>
              </a:buClr>
              <a:buSzPts val="6000"/>
              <a:buFont typeface="Lato Black"/>
              <a:buNone/>
            </a:pPr>
            <a:r>
              <a:rPr b="0" i="0" lang="pt-BR" sz="4000" u="none" cap="none" strike="noStrike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Comercial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4" name="Google Shape;134;p28"/>
          <p:cNvSpPr txBox="1"/>
          <p:nvPr/>
        </p:nvSpPr>
        <p:spPr>
          <a:xfrm>
            <a:off x="1441650" y="3863100"/>
            <a:ext cx="6046800" cy="9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Em primeiro lugar, gostaríamos de agradecer a confiança d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{{DA_DO}}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{{CLIENTE}}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 seus executivos e corpo técnico, depositadas na A3Data, com o objetivo principal de estabelecer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{{OBJETIVO_DA_PROPOSTA}}</a:t>
            </a:r>
            <a:endParaRPr b="0" i="0" sz="1400" u="none" cap="none" strike="noStrike">
              <a:solidFill>
                <a:schemeClr val="dk1"/>
              </a:solidFill>
              <a:highlight>
                <a:srgbClr val="D9D9D9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28"/>
          <p:cNvSpPr txBox="1"/>
          <p:nvPr/>
        </p:nvSpPr>
        <p:spPr>
          <a:xfrm>
            <a:off x="1441650" y="5358900"/>
            <a:ext cx="60468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Nesse contexto,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{{RESUMO_DA_SOLUCAO}}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1441650" y="2592000"/>
            <a:ext cx="604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São Paulo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{{DIA}} de {{MES}} de {{ANO}}</a:t>
            </a: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1441650" y="3161325"/>
            <a:ext cx="6153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{{CLIENTE}}</a:t>
            </a:r>
            <a:endParaRPr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Aos cuidados de  </a:t>
            </a: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{{CONTATO_CLIENTE}}</a:t>
            </a:r>
            <a:endParaRPr>
              <a:solidFill>
                <a:schemeClr val="dk1"/>
              </a:solidFill>
              <a:highlight>
                <a:schemeClr val="dk1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1441647" y="8571863"/>
            <a:ext cx="268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Atenciosamente,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3149600" y="8737588"/>
            <a:ext cx="4356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8"/>
          <p:cNvSpPr txBox="1"/>
          <p:nvPr/>
        </p:nvSpPr>
        <p:spPr>
          <a:xfrm>
            <a:off x="3149600" y="8856425"/>
            <a:ext cx="4356000" cy="3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 Black"/>
                <a:ea typeface="Lato Black"/>
                <a:cs typeface="Lato Black"/>
                <a:sym typeface="Lato Black"/>
              </a:rPr>
              <a:t>{{NOME_ASSINANTE}}</a:t>
            </a:r>
            <a:endParaRPr b="0" i="0" sz="1400" u="none" cap="none" strike="noStrike">
              <a:solidFill>
                <a:schemeClr val="dk1"/>
              </a:solidFill>
              <a:latin typeface="Lato Black"/>
              <a:ea typeface="Lato Black"/>
              <a:cs typeface="Lato Black"/>
              <a:sym typeface="Lato Black"/>
            </a:endParaRPr>
          </a:p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{{CARGO_ASSINANTE}}</a:t>
            </a:r>
            <a:endParaRPr b="0" i="0" sz="14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3149600" y="8186275"/>
            <a:ext cx="4338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highlight>
                <a:srgbClr val="D8D8D8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2" name="Google Shape;142;p28"/>
          <p:cNvSpPr txBox="1"/>
          <p:nvPr/>
        </p:nvSpPr>
        <p:spPr>
          <a:xfrm>
            <a:off x="1441649" y="288025"/>
            <a:ext cx="6910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2125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pt-BR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PROPOSTA TÉCNICA E COMERCIAL · {{CLIENTE}}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