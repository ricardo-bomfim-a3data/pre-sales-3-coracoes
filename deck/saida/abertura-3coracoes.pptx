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2" r:id="rId5"/>
    <p:sldMasterId id="2147483673" r:id="rId6"/>
  </p:sldMasterIdLst>
  <p:notesMasterIdLst>
    <p:notesMasterId r:id="rId7"/>
  </p:notesMasterIdLst>
  <p:sldIdLst>
    <p:sldId id="256" r:id="rId8"/>
    <p:sldId id="257" r:id="rId9"/>
  </p:sldIdLst>
  <p:sldSz cy="10287000" cx="18288000"/>
  <p:notesSz cx="6858000" cy="9144000"/>
  <p:embeddedFontLst>
    <p:embeddedFont>
      <p:font typeface="Lato"/>
      <p:regular r:id="rId27"/>
      <p:bold r:id="rId28"/>
      <p:italic r:id="rId29"/>
      <p:boldItalic r:id="rId30"/>
    </p:embeddedFont>
    <p:embeddedFont>
      <p:font typeface="Poppins"/>
      <p:regular r:id="rId31"/>
      <p:bold r:id="rId32"/>
      <p:italic r:id="rId33"/>
      <p:boldItalic r:id="rId34"/>
    </p:embeddedFont>
    <p:embeddedFont>
      <p:font typeface="Lato Black"/>
      <p:bold r:id="rId35"/>
      <p:boldItalic r:id="rId36"/>
    </p:embeddedFont>
    <p:embeddedFont>
      <p:font typeface="Poppins Medium"/>
      <p:regular r:id="rId37"/>
      <p:bold r:id="rId38"/>
      <p:italic r:id="rId39"/>
      <p:boldItalic r:id="rId40"/>
    </p:embeddedFont>
    <p:embeddedFont>
      <p:font typeface="Exo 2"/>
      <p:regular r:id="rId41"/>
      <p:bold r:id="rId42"/>
      <p:italic r:id="rId43"/>
      <p:boldItalic r:id="rId44"/>
    </p:embeddedFont>
    <p:embeddedFont>
      <p:font typeface="Poppins SemiBold"/>
      <p:regular r:id="rId45"/>
      <p:bold r:id="rId46"/>
      <p:italic r:id="rId47"/>
      <p:boldItalic r:id="rId4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240">
          <p15:clr>
            <a:srgbClr val="747775"/>
          </p15:clr>
        </p15:guide>
        <p15:guide id="2" pos="576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140436C-0A80-415A-A230-E58032394CD3}">
  <a:tblStyle styleId="{E140436C-0A80-415A-A230-E58032394CD3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7F2615E1-BFC9-46CB-AD60-8D5C7FC21417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240" orient="horz"/>
        <p:guide pos="57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PoppinsMedium-boldItalic.fntdata"/><Relationship Id="rId42" Type="http://schemas.openxmlformats.org/officeDocument/2006/relationships/font" Target="fonts/Exo2-bold.fntdata"/><Relationship Id="rId41" Type="http://schemas.openxmlformats.org/officeDocument/2006/relationships/font" Target="fonts/Exo2-regular.fntdata"/><Relationship Id="rId44" Type="http://schemas.openxmlformats.org/officeDocument/2006/relationships/font" Target="fonts/Exo2-boldItalic.fntdata"/><Relationship Id="rId43" Type="http://schemas.openxmlformats.org/officeDocument/2006/relationships/font" Target="fonts/Exo2-italic.fntdata"/><Relationship Id="rId46" Type="http://schemas.openxmlformats.org/officeDocument/2006/relationships/font" Target="fonts/PoppinsSemiBold-bold.fntdata"/><Relationship Id="rId45" Type="http://schemas.openxmlformats.org/officeDocument/2006/relationships/font" Target="fonts/PoppinsSemiBold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48" Type="http://schemas.openxmlformats.org/officeDocument/2006/relationships/font" Target="fonts/PoppinsSemiBold-boldItalic.fntdata"/><Relationship Id="rId47" Type="http://schemas.openxmlformats.org/officeDocument/2006/relationships/font" Target="fonts/PoppinsSemiBold-italic.fntdata"/><Relationship Id="rId28" Type="http://schemas.openxmlformats.org/officeDocument/2006/relationships/font" Target="fonts/Lato-bold.fntdata"/><Relationship Id="rId27" Type="http://schemas.openxmlformats.org/officeDocument/2006/relationships/font" Target="fonts/Lato-regular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Lato-italic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Poppins-regular.fntdata"/><Relationship Id="rId30" Type="http://schemas.openxmlformats.org/officeDocument/2006/relationships/font" Target="fonts/Lato-boldItalic.fntdata"/><Relationship Id="rId33" Type="http://schemas.openxmlformats.org/officeDocument/2006/relationships/font" Target="fonts/Poppins-italic.fntdata"/><Relationship Id="rId32" Type="http://schemas.openxmlformats.org/officeDocument/2006/relationships/font" Target="fonts/Poppins-bold.fntdata"/><Relationship Id="rId35" Type="http://schemas.openxmlformats.org/officeDocument/2006/relationships/font" Target="fonts/LatoBlack-bold.fntdata"/><Relationship Id="rId34" Type="http://schemas.openxmlformats.org/officeDocument/2006/relationships/font" Target="fonts/Poppins-boldItalic.fntdata"/><Relationship Id="rId37" Type="http://schemas.openxmlformats.org/officeDocument/2006/relationships/font" Target="fonts/PoppinsMedium-regular.fntdata"/><Relationship Id="rId36" Type="http://schemas.openxmlformats.org/officeDocument/2006/relationships/font" Target="fonts/LatoBlack-boldItalic.fntdata"/><Relationship Id="rId39" Type="http://schemas.openxmlformats.org/officeDocument/2006/relationships/font" Target="fonts/PoppinsMedium-italic.fntdata"/><Relationship Id="rId38" Type="http://schemas.openxmlformats.org/officeDocument/2006/relationships/font" Target="fonts/PoppinsMedium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427afecf36_0_1415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g3427afecf36_0_1415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0" name="Google Shape;100;g3427afecf36_0_1415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427afecf36_0_144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g3427afecf36_0_14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623417" y="1489150"/>
            <a:ext cx="17041200" cy="41052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2pPr>
            <a:lvl3pPr lvl="2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3pPr>
            <a:lvl4pPr lvl="3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4pPr>
            <a:lvl5pPr lvl="4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5pPr>
            <a:lvl6pPr lvl="5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6pPr>
            <a:lvl7pPr lvl="6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7pPr>
            <a:lvl8pPr lvl="7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8pPr>
            <a:lvl9pPr lvl="8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623400" y="5668250"/>
            <a:ext cx="17041200" cy="15852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623400" y="4301700"/>
            <a:ext cx="17041200" cy="16836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623400" y="2304950"/>
            <a:ext cx="79998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06400" lvl="0" marL="457200"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9664800" y="2304950"/>
            <a:ext cx="79998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06400" lvl="0" marL="457200"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623400" y="1111200"/>
            <a:ext cx="5616000" cy="15114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623400" y="2779200"/>
            <a:ext cx="5616000" cy="6358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980500" y="900300"/>
            <a:ext cx="12735600" cy="81816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9144000" y="-250"/>
            <a:ext cx="9144000" cy="10287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531000" y="2466350"/>
            <a:ext cx="8090400" cy="29646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1pPr>
            <a:lvl2pPr lvl="1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2pPr>
            <a:lvl3pPr lvl="2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3pPr>
            <a:lvl4pPr lvl="3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4pPr>
            <a:lvl5pPr lvl="4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5pPr>
            <a:lvl6pPr lvl="5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6pPr>
            <a:lvl7pPr lvl="6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7pPr>
            <a:lvl8pPr lvl="7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8pPr>
            <a:lvl9pPr lvl="8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531000" y="5606150"/>
            <a:ext cx="8090400" cy="24702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9879000" y="1448150"/>
            <a:ext cx="7674000" cy="7390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-457200" lvl="0" marL="457200"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623400" y="8461150"/>
            <a:ext cx="11997600" cy="1210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623400" y="2212250"/>
            <a:ext cx="17041200" cy="39270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623400" y="6304450"/>
            <a:ext cx="17041200" cy="26016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 algn="ctr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 algn="ctr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 algn="ctr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 algn="ctr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 algn="ctr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 algn="ctr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 algn="ctr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 algn="ctr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6"/>
          <p:cNvSpPr txBox="1"/>
          <p:nvPr>
            <p:ph type="ctrTitle"/>
          </p:nvPr>
        </p:nvSpPr>
        <p:spPr>
          <a:xfrm>
            <a:off x="623417" y="1489150"/>
            <a:ext cx="17041200" cy="4105200"/>
          </a:xfrm>
          <a:prstGeom prst="rect">
            <a:avLst/>
          </a:prstGeom>
          <a:noFill/>
          <a:ln>
            <a:noFill/>
          </a:ln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9pPr>
          </a:lstStyle>
          <a:p/>
        </p:txBody>
      </p:sp>
      <p:sp>
        <p:nvSpPr>
          <p:cNvPr id="58" name="Google Shape;58;p16"/>
          <p:cNvSpPr txBox="1"/>
          <p:nvPr>
            <p:ph idx="1" type="subTitle"/>
          </p:nvPr>
        </p:nvSpPr>
        <p:spPr>
          <a:xfrm>
            <a:off x="623400" y="5668250"/>
            <a:ext cx="17041200" cy="15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59" name="Google Shape;59;p16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7"/>
          <p:cNvSpPr txBox="1"/>
          <p:nvPr>
            <p:ph type="title"/>
          </p:nvPr>
        </p:nvSpPr>
        <p:spPr>
          <a:xfrm>
            <a:off x="623400" y="4301700"/>
            <a:ext cx="17041200" cy="168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/>
        </p:txBody>
      </p:sp>
      <p:sp>
        <p:nvSpPr>
          <p:cNvPr id="62" name="Google Shape;62;p17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8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65" name="Google Shape;65;p18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9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69" name="Google Shape;69;p19"/>
          <p:cNvSpPr txBox="1"/>
          <p:nvPr>
            <p:ph idx="1" type="body"/>
          </p:nvPr>
        </p:nvSpPr>
        <p:spPr>
          <a:xfrm>
            <a:off x="623400" y="2304950"/>
            <a:ext cx="79998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064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indent="-3810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70" name="Google Shape;70;p19"/>
          <p:cNvSpPr txBox="1"/>
          <p:nvPr>
            <p:ph idx="2" type="body"/>
          </p:nvPr>
        </p:nvSpPr>
        <p:spPr>
          <a:xfrm>
            <a:off x="9664800" y="2304950"/>
            <a:ext cx="79998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064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indent="-3810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71" name="Google Shape;71;p19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0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74" name="Google Shape;74;p20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1"/>
          <p:cNvSpPr txBox="1"/>
          <p:nvPr>
            <p:ph type="title"/>
          </p:nvPr>
        </p:nvSpPr>
        <p:spPr>
          <a:xfrm>
            <a:off x="623400" y="1111200"/>
            <a:ext cx="5616000" cy="15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7" name="Google Shape;77;p21"/>
          <p:cNvSpPr txBox="1"/>
          <p:nvPr>
            <p:ph idx="1" type="body"/>
          </p:nvPr>
        </p:nvSpPr>
        <p:spPr>
          <a:xfrm>
            <a:off x="623400" y="2779200"/>
            <a:ext cx="5616000" cy="63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indent="-3810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78" name="Google Shape;78;p21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2"/>
          <p:cNvSpPr txBox="1"/>
          <p:nvPr>
            <p:ph type="title"/>
          </p:nvPr>
        </p:nvSpPr>
        <p:spPr>
          <a:xfrm>
            <a:off x="980500" y="900300"/>
            <a:ext cx="12735600" cy="818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/>
        </p:txBody>
      </p:sp>
      <p:sp>
        <p:nvSpPr>
          <p:cNvPr id="81" name="Google Shape;81;p22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3"/>
          <p:cNvSpPr/>
          <p:nvPr/>
        </p:nvSpPr>
        <p:spPr>
          <a:xfrm>
            <a:off x="9144000" y="-250"/>
            <a:ext cx="9144000" cy="10287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3"/>
          <p:cNvSpPr txBox="1"/>
          <p:nvPr>
            <p:ph type="title"/>
          </p:nvPr>
        </p:nvSpPr>
        <p:spPr>
          <a:xfrm>
            <a:off x="531000" y="2466350"/>
            <a:ext cx="8090400" cy="2964600"/>
          </a:xfrm>
          <a:prstGeom prst="rect">
            <a:avLst/>
          </a:prstGeom>
          <a:noFill/>
          <a:ln>
            <a:noFill/>
          </a:ln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9pPr>
          </a:lstStyle>
          <a:p/>
        </p:txBody>
      </p:sp>
      <p:sp>
        <p:nvSpPr>
          <p:cNvPr id="85" name="Google Shape;85;p23"/>
          <p:cNvSpPr txBox="1"/>
          <p:nvPr>
            <p:ph idx="1" type="subTitle"/>
          </p:nvPr>
        </p:nvSpPr>
        <p:spPr>
          <a:xfrm>
            <a:off x="531000" y="5606150"/>
            <a:ext cx="8090400" cy="24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6" name="Google Shape;86;p23"/>
          <p:cNvSpPr txBox="1"/>
          <p:nvPr>
            <p:ph idx="2" type="body"/>
          </p:nvPr>
        </p:nvSpPr>
        <p:spPr>
          <a:xfrm>
            <a:off x="9879000" y="1448150"/>
            <a:ext cx="7674000" cy="739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-457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87" name="Google Shape;87;p23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4"/>
          <p:cNvSpPr txBox="1"/>
          <p:nvPr>
            <p:ph idx="1" type="body"/>
          </p:nvPr>
        </p:nvSpPr>
        <p:spPr>
          <a:xfrm>
            <a:off x="623400" y="8461150"/>
            <a:ext cx="11997600" cy="12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</a:lstStyle>
          <a:p/>
        </p:txBody>
      </p:sp>
      <p:sp>
        <p:nvSpPr>
          <p:cNvPr id="90" name="Google Shape;90;p24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5"/>
          <p:cNvSpPr txBox="1"/>
          <p:nvPr>
            <p:ph hasCustomPrompt="1" type="title"/>
          </p:nvPr>
        </p:nvSpPr>
        <p:spPr>
          <a:xfrm>
            <a:off x="623400" y="2212250"/>
            <a:ext cx="17041200" cy="3927000"/>
          </a:xfrm>
          <a:prstGeom prst="rect">
            <a:avLst/>
          </a:prstGeom>
          <a:noFill/>
          <a:ln>
            <a:noFill/>
          </a:ln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9pPr>
          </a:lstStyle>
          <a:p>
            <a:r>
              <a:t>xx%</a:t>
            </a:r>
          </a:p>
        </p:txBody>
      </p:sp>
      <p:sp>
        <p:nvSpPr>
          <p:cNvPr id="93" name="Google Shape;93;p25"/>
          <p:cNvSpPr txBox="1"/>
          <p:nvPr>
            <p:ph idx="1" type="body"/>
          </p:nvPr>
        </p:nvSpPr>
        <p:spPr>
          <a:xfrm>
            <a:off x="623400" y="6304450"/>
            <a:ext cx="17041200" cy="26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94" name="Google Shape;94;p25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6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Char char="●"/>
              <a:defRPr sz="3600">
                <a:solidFill>
                  <a:schemeClr val="dk2"/>
                </a:solidFill>
              </a:defRPr>
            </a:lvl1pPr>
            <a:lvl2pPr indent="-406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○"/>
              <a:defRPr sz="2800">
                <a:solidFill>
                  <a:schemeClr val="dk2"/>
                </a:solidFill>
              </a:defRPr>
            </a:lvl2pPr>
            <a:lvl3pPr indent="-406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■"/>
              <a:defRPr sz="2800">
                <a:solidFill>
                  <a:schemeClr val="dk2"/>
                </a:solidFill>
              </a:defRPr>
            </a:lvl3pPr>
            <a:lvl4pPr indent="-406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●"/>
              <a:defRPr sz="2800">
                <a:solidFill>
                  <a:schemeClr val="dk2"/>
                </a:solidFill>
              </a:defRPr>
            </a:lvl4pPr>
            <a:lvl5pPr indent="-406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○"/>
              <a:defRPr sz="2800">
                <a:solidFill>
                  <a:schemeClr val="dk2"/>
                </a:solidFill>
              </a:defRPr>
            </a:lvl5pPr>
            <a:lvl6pPr indent="-406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■"/>
              <a:defRPr sz="2800">
                <a:solidFill>
                  <a:schemeClr val="dk2"/>
                </a:solidFill>
              </a:defRPr>
            </a:lvl6pPr>
            <a:lvl7pPr indent="-406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●"/>
              <a:defRPr sz="2800">
                <a:solidFill>
                  <a:schemeClr val="dk2"/>
                </a:solidFill>
              </a:defRPr>
            </a:lvl7pPr>
            <a:lvl8pPr indent="-406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○"/>
              <a:defRPr sz="2800">
                <a:solidFill>
                  <a:schemeClr val="dk2"/>
                </a:solidFill>
              </a:defRPr>
            </a:lvl8pPr>
            <a:lvl9pPr indent="-406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■"/>
              <a:defRPr sz="2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algn="r">
              <a:buNone/>
              <a:defRPr sz="2000">
                <a:solidFill>
                  <a:schemeClr val="dk2"/>
                </a:solidFill>
              </a:defRPr>
            </a:lvl1pPr>
            <a:lvl2pPr lvl="1" algn="r">
              <a:buNone/>
              <a:defRPr sz="2000">
                <a:solidFill>
                  <a:schemeClr val="dk2"/>
                </a:solidFill>
              </a:defRPr>
            </a:lvl2pPr>
            <a:lvl3pPr lvl="2" algn="r">
              <a:buNone/>
              <a:defRPr sz="2000">
                <a:solidFill>
                  <a:schemeClr val="dk2"/>
                </a:solidFill>
              </a:defRPr>
            </a:lvl3pPr>
            <a:lvl4pPr lvl="3" algn="r">
              <a:buNone/>
              <a:defRPr sz="2000">
                <a:solidFill>
                  <a:schemeClr val="dk2"/>
                </a:solidFill>
              </a:defRPr>
            </a:lvl4pPr>
            <a:lvl5pPr lvl="4" algn="r">
              <a:buNone/>
              <a:defRPr sz="2000">
                <a:solidFill>
                  <a:schemeClr val="dk2"/>
                </a:solidFill>
              </a:defRPr>
            </a:lvl5pPr>
            <a:lvl6pPr lvl="5" algn="r">
              <a:buNone/>
              <a:defRPr sz="2000">
                <a:solidFill>
                  <a:schemeClr val="dk2"/>
                </a:solidFill>
              </a:defRPr>
            </a:lvl6pPr>
            <a:lvl7pPr lvl="6" algn="r">
              <a:buNone/>
              <a:defRPr sz="2000">
                <a:solidFill>
                  <a:schemeClr val="dk2"/>
                </a:solidFill>
              </a:defRPr>
            </a:lvl7pPr>
            <a:lvl8pPr lvl="7" algn="r">
              <a:buNone/>
              <a:defRPr sz="2000">
                <a:solidFill>
                  <a:schemeClr val="dk2"/>
                </a:solidFill>
              </a:defRPr>
            </a:lvl8pPr>
            <a:lvl9pPr lvl="8" algn="r">
              <a:buNone/>
              <a:defRPr sz="2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4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4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Char char="●"/>
              <a:defRPr b="0" i="0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○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064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■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4064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●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4064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○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4064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■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4064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●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4064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○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4064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■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14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jpg"/><Relationship Id="rId4" Type="http://schemas.openxmlformats.org/officeDocument/2006/relationships/image" Target="../media/image30.png"/><Relationship Id="rId5" Type="http://schemas.openxmlformats.org/officeDocument/2006/relationships/image" Target="../media/image4.png"/><Relationship Id="rId6" Type="http://schemas.openxmlformats.org/officeDocument/2006/relationships/image" Target="../media/image6.png"/><Relationship Id="rId7" Type="http://schemas.openxmlformats.org/officeDocument/2006/relationships/image" Target="../media/image20.png"/><Relationship Id="rIdLogoCliente" Type="http://schemas.openxmlformats.org/officeDocument/2006/relationships/image" Target="../media/logo-cliente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3.jp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27"/>
          <p:cNvPicPr preferRelativeResize="0"/>
          <p:nvPr/>
        </p:nvPicPr>
        <p:blipFill rotWithShape="1">
          <a:blip r:embed="rId3">
            <a:alphaModFix/>
          </a:blip>
          <a:srcRect b="23398" l="0" r="27557" t="20639"/>
          <a:stretch/>
        </p:blipFill>
        <p:spPr>
          <a:xfrm>
            <a:off x="-4100" y="0"/>
            <a:ext cx="18288005" cy="7920000"/>
          </a:xfrm>
          <a:prstGeom prst="rect">
            <a:avLst/>
          </a:prstGeom>
          <a:solidFill>
            <a:srgbClr val="7ED98B"/>
          </a:solidFill>
          <a:ln>
            <a:noFill/>
          </a:ln>
        </p:spPr>
      </p:pic>
      <p:pic>
        <p:nvPicPr>
          <p:cNvPr descr="preencoded.png" id="103" name="Google Shape;103;p27"/>
          <p:cNvPicPr preferRelativeResize="0"/>
          <p:nvPr/>
        </p:nvPicPr>
        <p:blipFill rotWithShape="1">
          <a:blip r:embed="rId4">
            <a:alphaModFix/>
          </a:blip>
          <a:srcRect b="17954" l="0" r="0" t="5058"/>
          <a:stretch/>
        </p:blipFill>
        <p:spPr>
          <a:xfrm>
            <a:off x="0" y="-375"/>
            <a:ext cx="12110399" cy="792000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4" name="Google Shape;104;p27"/>
          <p:cNvGrpSpPr/>
          <p:nvPr/>
        </p:nvGrpSpPr>
        <p:grpSpPr>
          <a:xfrm>
            <a:off x="1440271" y="8750385"/>
            <a:ext cx="1535590" cy="287997"/>
            <a:chOff x="2716728" y="4386757"/>
            <a:chExt cx="2400109" cy="450558"/>
          </a:xfrm>
        </p:grpSpPr>
        <p:sp>
          <p:nvSpPr>
            <p:cNvPr id="105" name="Google Shape;105;p27"/>
            <p:cNvSpPr/>
            <p:nvPr/>
          </p:nvSpPr>
          <p:spPr>
            <a:xfrm>
              <a:off x="4494569" y="4561350"/>
              <a:ext cx="232791" cy="268795"/>
            </a:xfrm>
            <a:custGeom>
              <a:rect b="b" l="l" r="r" t="t"/>
              <a:pathLst>
                <a:path extrusionOk="0" h="268795" w="232791">
                  <a:moveTo>
                    <a:pt x="232791" y="268796"/>
                  </a:moveTo>
                  <a:lnTo>
                    <a:pt x="77629" y="268796"/>
                  </a:lnTo>
                  <a:lnTo>
                    <a:pt x="0" y="134398"/>
                  </a:lnTo>
                  <a:lnTo>
                    <a:pt x="77629" y="0"/>
                  </a:lnTo>
                  <a:lnTo>
                    <a:pt x="232791" y="268796"/>
                  </a:lnTo>
                  <a:close/>
                </a:path>
              </a:pathLst>
            </a:custGeom>
            <a:solidFill>
              <a:srgbClr val="001863"/>
            </a:solidFill>
            <a:ln>
              <a:noFill/>
            </a:ln>
          </p:spPr>
          <p:txBody>
            <a:bodyPr anchorCtr="0" anchor="ctr" bIns="45700" lIns="91450" spcFirstLastPara="1" rIns="91450" wrap="square" tIns="4570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27"/>
            <p:cNvSpPr/>
            <p:nvPr/>
          </p:nvSpPr>
          <p:spPr>
            <a:xfrm>
              <a:off x="4690022" y="4561826"/>
              <a:ext cx="232791" cy="268795"/>
            </a:xfrm>
            <a:custGeom>
              <a:rect b="b" l="l" r="r" t="t"/>
              <a:pathLst>
                <a:path extrusionOk="0" h="268795" w="232791">
                  <a:moveTo>
                    <a:pt x="232791" y="268796"/>
                  </a:moveTo>
                  <a:lnTo>
                    <a:pt x="77629" y="268796"/>
                  </a:lnTo>
                  <a:lnTo>
                    <a:pt x="0" y="134398"/>
                  </a:lnTo>
                  <a:lnTo>
                    <a:pt x="77629" y="0"/>
                  </a:lnTo>
                  <a:lnTo>
                    <a:pt x="232791" y="268796"/>
                  </a:lnTo>
                  <a:close/>
                </a:path>
              </a:pathLst>
            </a:custGeom>
            <a:solidFill>
              <a:srgbClr val="0033FF"/>
            </a:solidFill>
            <a:ln>
              <a:noFill/>
            </a:ln>
          </p:spPr>
          <p:txBody>
            <a:bodyPr anchorCtr="0" anchor="ctr" bIns="45700" lIns="91450" spcFirstLastPara="1" rIns="91450" wrap="square" tIns="4570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27"/>
            <p:cNvSpPr/>
            <p:nvPr/>
          </p:nvSpPr>
          <p:spPr>
            <a:xfrm>
              <a:off x="4884046" y="4561826"/>
              <a:ext cx="232791" cy="268795"/>
            </a:xfrm>
            <a:custGeom>
              <a:rect b="b" l="l" r="r" t="t"/>
              <a:pathLst>
                <a:path extrusionOk="0" h="268795" w="232791">
                  <a:moveTo>
                    <a:pt x="232791" y="268796"/>
                  </a:moveTo>
                  <a:lnTo>
                    <a:pt x="77533" y="268796"/>
                  </a:lnTo>
                  <a:lnTo>
                    <a:pt x="0" y="134398"/>
                  </a:lnTo>
                  <a:lnTo>
                    <a:pt x="77533" y="0"/>
                  </a:lnTo>
                  <a:lnTo>
                    <a:pt x="232791" y="268796"/>
                  </a:lnTo>
                  <a:close/>
                </a:path>
              </a:pathLst>
            </a:custGeom>
            <a:solidFill>
              <a:srgbClr val="EC2890"/>
            </a:solidFill>
            <a:ln>
              <a:noFill/>
            </a:ln>
          </p:spPr>
          <p:txBody>
            <a:bodyPr anchorCtr="0" anchor="ctr" bIns="45700" lIns="91450" spcFirstLastPara="1" rIns="91450" wrap="square" tIns="4570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27"/>
            <p:cNvSpPr/>
            <p:nvPr/>
          </p:nvSpPr>
          <p:spPr>
            <a:xfrm>
              <a:off x="3298038" y="4392567"/>
              <a:ext cx="324135" cy="437959"/>
            </a:xfrm>
            <a:custGeom>
              <a:rect b="b" l="l" r="r" t="t"/>
              <a:pathLst>
                <a:path extrusionOk="0" h="437959" w="324135">
                  <a:moveTo>
                    <a:pt x="263747" y="63151"/>
                  </a:moveTo>
                  <a:cubicBezTo>
                    <a:pt x="223552" y="21050"/>
                    <a:pt x="173355" y="0"/>
                    <a:pt x="113348" y="0"/>
                  </a:cubicBezTo>
                  <a:lnTo>
                    <a:pt x="51721" y="0"/>
                  </a:lnTo>
                  <a:cubicBezTo>
                    <a:pt x="51721" y="0"/>
                    <a:pt x="51149" y="286"/>
                    <a:pt x="51149" y="572"/>
                  </a:cubicBezTo>
                  <a:lnTo>
                    <a:pt x="51149" y="81344"/>
                  </a:lnTo>
                  <a:cubicBezTo>
                    <a:pt x="51149" y="82105"/>
                    <a:pt x="51721" y="82677"/>
                    <a:pt x="52483" y="82677"/>
                  </a:cubicBezTo>
                  <a:lnTo>
                    <a:pt x="113443" y="82677"/>
                  </a:lnTo>
                  <a:cubicBezTo>
                    <a:pt x="151352" y="82677"/>
                    <a:pt x="182213" y="95250"/>
                    <a:pt x="206026" y="120491"/>
                  </a:cubicBezTo>
                  <a:cubicBezTo>
                    <a:pt x="229743" y="145733"/>
                    <a:pt x="241649" y="178594"/>
                    <a:pt x="241649" y="218980"/>
                  </a:cubicBezTo>
                  <a:cubicBezTo>
                    <a:pt x="241649" y="259366"/>
                    <a:pt x="229743" y="292322"/>
                    <a:pt x="206026" y="317468"/>
                  </a:cubicBezTo>
                  <a:cubicBezTo>
                    <a:pt x="182309" y="342710"/>
                    <a:pt x="151352" y="355283"/>
                    <a:pt x="113443" y="355283"/>
                  </a:cubicBezTo>
                  <a:lnTo>
                    <a:pt x="56198" y="355283"/>
                  </a:lnTo>
                  <a:cubicBezTo>
                    <a:pt x="34576" y="422910"/>
                    <a:pt x="0" y="437960"/>
                    <a:pt x="0" y="437960"/>
                  </a:cubicBezTo>
                  <a:lnTo>
                    <a:pt x="113348" y="437960"/>
                  </a:lnTo>
                  <a:cubicBezTo>
                    <a:pt x="173355" y="437960"/>
                    <a:pt x="223552" y="416909"/>
                    <a:pt x="263747" y="374714"/>
                  </a:cubicBezTo>
                  <a:cubicBezTo>
                    <a:pt x="303943" y="332613"/>
                    <a:pt x="324136" y="280702"/>
                    <a:pt x="324136" y="218980"/>
                  </a:cubicBezTo>
                  <a:cubicBezTo>
                    <a:pt x="324136" y="157258"/>
                    <a:pt x="303943" y="105347"/>
                    <a:pt x="263747" y="6315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50" spcFirstLastPara="1" rIns="91450" wrap="square" tIns="4570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7"/>
            <p:cNvSpPr/>
            <p:nvPr/>
          </p:nvSpPr>
          <p:spPr>
            <a:xfrm>
              <a:off x="3635604" y="4488484"/>
              <a:ext cx="284416" cy="348519"/>
            </a:xfrm>
            <a:custGeom>
              <a:rect b="b" l="l" r="r" t="t"/>
              <a:pathLst>
                <a:path extrusionOk="0" h="348519" w="284416">
                  <a:moveTo>
                    <a:pt x="278416" y="118015"/>
                  </a:moveTo>
                  <a:cubicBezTo>
                    <a:pt x="278416" y="38576"/>
                    <a:pt x="236887" y="0"/>
                    <a:pt x="151543" y="0"/>
                  </a:cubicBezTo>
                  <a:cubicBezTo>
                    <a:pt x="87154" y="0"/>
                    <a:pt x="42481" y="22384"/>
                    <a:pt x="14954" y="68485"/>
                  </a:cubicBezTo>
                  <a:lnTo>
                    <a:pt x="13430" y="71152"/>
                  </a:lnTo>
                  <a:lnTo>
                    <a:pt x="73628" y="108490"/>
                  </a:lnTo>
                  <a:lnTo>
                    <a:pt x="75248" y="105823"/>
                  </a:lnTo>
                  <a:cubicBezTo>
                    <a:pt x="93536" y="76771"/>
                    <a:pt x="114871" y="64294"/>
                    <a:pt x="146494" y="64294"/>
                  </a:cubicBezTo>
                  <a:cubicBezTo>
                    <a:pt x="166497" y="64294"/>
                    <a:pt x="179546" y="68390"/>
                    <a:pt x="187547" y="77057"/>
                  </a:cubicBezTo>
                  <a:cubicBezTo>
                    <a:pt x="195739" y="85916"/>
                    <a:pt x="198787" y="100013"/>
                    <a:pt x="197263" y="121063"/>
                  </a:cubicBezTo>
                  <a:cubicBezTo>
                    <a:pt x="144018" y="131350"/>
                    <a:pt x="90297" y="143542"/>
                    <a:pt x="55912" y="162687"/>
                  </a:cubicBezTo>
                  <a:cubicBezTo>
                    <a:pt x="17812" y="184118"/>
                    <a:pt x="0" y="213836"/>
                    <a:pt x="0" y="256318"/>
                  </a:cubicBezTo>
                  <a:cubicBezTo>
                    <a:pt x="0" y="313182"/>
                    <a:pt x="35338" y="348520"/>
                    <a:pt x="92202" y="348520"/>
                  </a:cubicBezTo>
                  <a:cubicBezTo>
                    <a:pt x="129159" y="348520"/>
                    <a:pt x="164687" y="334994"/>
                    <a:pt x="197929" y="308324"/>
                  </a:cubicBezTo>
                  <a:lnTo>
                    <a:pt x="203168" y="342233"/>
                  </a:lnTo>
                  <a:lnTo>
                    <a:pt x="284417" y="342233"/>
                  </a:lnTo>
                  <a:lnTo>
                    <a:pt x="278416" y="279749"/>
                  </a:lnTo>
                  <a:lnTo>
                    <a:pt x="278416" y="118015"/>
                  </a:lnTo>
                  <a:close/>
                  <a:moveTo>
                    <a:pt x="194500" y="176117"/>
                  </a:moveTo>
                  <a:lnTo>
                    <a:pt x="194500" y="250031"/>
                  </a:lnTo>
                  <a:cubicBezTo>
                    <a:pt x="175546" y="270986"/>
                    <a:pt x="148685" y="283464"/>
                    <a:pt x="122492" y="283464"/>
                  </a:cubicBezTo>
                  <a:cubicBezTo>
                    <a:pt x="98774" y="283464"/>
                    <a:pt x="84582" y="269272"/>
                    <a:pt x="84582" y="245554"/>
                  </a:cubicBezTo>
                  <a:cubicBezTo>
                    <a:pt x="84582" y="225838"/>
                    <a:pt x="92583" y="210884"/>
                    <a:pt x="107632" y="202216"/>
                  </a:cubicBezTo>
                  <a:cubicBezTo>
                    <a:pt x="127540" y="191357"/>
                    <a:pt x="151829" y="184976"/>
                    <a:pt x="194596" y="17611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50" spcFirstLastPara="1" rIns="91450" wrap="square" tIns="4570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27"/>
            <p:cNvSpPr/>
            <p:nvPr/>
          </p:nvSpPr>
          <p:spPr>
            <a:xfrm>
              <a:off x="3937261" y="4386757"/>
              <a:ext cx="198882" cy="448913"/>
            </a:xfrm>
            <a:custGeom>
              <a:rect b="b" l="l" r="r" t="t"/>
              <a:pathLst>
                <a:path extrusionOk="0" h="448913" w="198882">
                  <a:moveTo>
                    <a:pt x="131254" y="0"/>
                  </a:moveTo>
                  <a:lnTo>
                    <a:pt x="48006" y="0"/>
                  </a:lnTo>
                  <a:lnTo>
                    <a:pt x="48006" y="109252"/>
                  </a:lnTo>
                  <a:lnTo>
                    <a:pt x="0" y="109252"/>
                  </a:lnTo>
                  <a:lnTo>
                    <a:pt x="0" y="174879"/>
                  </a:lnTo>
                  <a:lnTo>
                    <a:pt x="48006" y="174879"/>
                  </a:lnTo>
                  <a:lnTo>
                    <a:pt x="48006" y="349853"/>
                  </a:lnTo>
                  <a:cubicBezTo>
                    <a:pt x="48006" y="423005"/>
                    <a:pt x="71438" y="448913"/>
                    <a:pt x="137636" y="448913"/>
                  </a:cubicBezTo>
                  <a:cubicBezTo>
                    <a:pt x="160115" y="448913"/>
                    <a:pt x="179832" y="446056"/>
                    <a:pt x="196310" y="443198"/>
                  </a:cubicBezTo>
                  <a:lnTo>
                    <a:pt x="198882" y="442722"/>
                  </a:lnTo>
                  <a:lnTo>
                    <a:pt x="198882" y="373571"/>
                  </a:lnTo>
                  <a:lnTo>
                    <a:pt x="194977" y="374523"/>
                  </a:lnTo>
                  <a:cubicBezTo>
                    <a:pt x="183166" y="377476"/>
                    <a:pt x="172117" y="378809"/>
                    <a:pt x="160401" y="378809"/>
                  </a:cubicBezTo>
                  <a:cubicBezTo>
                    <a:pt x="139446" y="378809"/>
                    <a:pt x="131350" y="369094"/>
                    <a:pt x="131350" y="344043"/>
                  </a:cubicBezTo>
                  <a:lnTo>
                    <a:pt x="131350" y="174879"/>
                  </a:lnTo>
                  <a:lnTo>
                    <a:pt x="198882" y="174879"/>
                  </a:lnTo>
                  <a:lnTo>
                    <a:pt x="198882" y="109252"/>
                  </a:lnTo>
                  <a:lnTo>
                    <a:pt x="131350" y="109252"/>
                  </a:lnTo>
                  <a:lnTo>
                    <a:pt x="1313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50" spcFirstLastPara="1" rIns="91450" wrap="square" tIns="4570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27"/>
            <p:cNvSpPr/>
            <p:nvPr/>
          </p:nvSpPr>
          <p:spPr>
            <a:xfrm>
              <a:off x="4165670" y="4488484"/>
              <a:ext cx="284416" cy="348519"/>
            </a:xfrm>
            <a:custGeom>
              <a:rect b="b" l="l" r="r" t="t"/>
              <a:pathLst>
                <a:path extrusionOk="0" h="348519" w="284416">
                  <a:moveTo>
                    <a:pt x="278416" y="279654"/>
                  </a:moveTo>
                  <a:lnTo>
                    <a:pt x="278416" y="118015"/>
                  </a:lnTo>
                  <a:cubicBezTo>
                    <a:pt x="278416" y="38576"/>
                    <a:pt x="236887" y="0"/>
                    <a:pt x="151543" y="0"/>
                  </a:cubicBezTo>
                  <a:cubicBezTo>
                    <a:pt x="87154" y="0"/>
                    <a:pt x="42482" y="22384"/>
                    <a:pt x="14954" y="68485"/>
                  </a:cubicBezTo>
                  <a:lnTo>
                    <a:pt x="13430" y="71152"/>
                  </a:lnTo>
                  <a:lnTo>
                    <a:pt x="73628" y="108490"/>
                  </a:lnTo>
                  <a:lnTo>
                    <a:pt x="75248" y="105823"/>
                  </a:lnTo>
                  <a:cubicBezTo>
                    <a:pt x="93536" y="76771"/>
                    <a:pt x="114871" y="64294"/>
                    <a:pt x="146495" y="64294"/>
                  </a:cubicBezTo>
                  <a:cubicBezTo>
                    <a:pt x="166497" y="64294"/>
                    <a:pt x="179546" y="68390"/>
                    <a:pt x="187547" y="77057"/>
                  </a:cubicBezTo>
                  <a:cubicBezTo>
                    <a:pt x="195739" y="85916"/>
                    <a:pt x="198787" y="100013"/>
                    <a:pt x="197263" y="121063"/>
                  </a:cubicBezTo>
                  <a:cubicBezTo>
                    <a:pt x="144018" y="131350"/>
                    <a:pt x="90297" y="143542"/>
                    <a:pt x="55912" y="162687"/>
                  </a:cubicBezTo>
                  <a:cubicBezTo>
                    <a:pt x="17812" y="184118"/>
                    <a:pt x="0" y="213836"/>
                    <a:pt x="0" y="256318"/>
                  </a:cubicBezTo>
                  <a:cubicBezTo>
                    <a:pt x="0" y="313182"/>
                    <a:pt x="35338" y="348520"/>
                    <a:pt x="92202" y="348520"/>
                  </a:cubicBezTo>
                  <a:cubicBezTo>
                    <a:pt x="129159" y="348520"/>
                    <a:pt x="164687" y="334994"/>
                    <a:pt x="197929" y="308324"/>
                  </a:cubicBezTo>
                  <a:lnTo>
                    <a:pt x="203168" y="342233"/>
                  </a:lnTo>
                  <a:lnTo>
                    <a:pt x="284417" y="342233"/>
                  </a:lnTo>
                  <a:lnTo>
                    <a:pt x="278416" y="279749"/>
                  </a:lnTo>
                  <a:close/>
                  <a:moveTo>
                    <a:pt x="194500" y="176117"/>
                  </a:moveTo>
                  <a:lnTo>
                    <a:pt x="194500" y="250031"/>
                  </a:lnTo>
                  <a:cubicBezTo>
                    <a:pt x="175546" y="270986"/>
                    <a:pt x="148685" y="283464"/>
                    <a:pt x="122492" y="283464"/>
                  </a:cubicBezTo>
                  <a:cubicBezTo>
                    <a:pt x="98774" y="283464"/>
                    <a:pt x="84582" y="269272"/>
                    <a:pt x="84582" y="245554"/>
                  </a:cubicBezTo>
                  <a:cubicBezTo>
                    <a:pt x="84582" y="225838"/>
                    <a:pt x="92583" y="210884"/>
                    <a:pt x="107633" y="202216"/>
                  </a:cubicBezTo>
                  <a:cubicBezTo>
                    <a:pt x="127540" y="191357"/>
                    <a:pt x="151829" y="184976"/>
                    <a:pt x="194596" y="17611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50" spcFirstLastPara="1" rIns="91450" wrap="square" tIns="4570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12" name="Google Shape;112;p27"/>
            <p:cNvGrpSpPr/>
            <p:nvPr/>
          </p:nvGrpSpPr>
          <p:grpSpPr>
            <a:xfrm>
              <a:off x="2716728" y="4391709"/>
              <a:ext cx="602932" cy="445606"/>
              <a:chOff x="2716728" y="4391709"/>
              <a:chExt cx="602932" cy="445606"/>
            </a:xfrm>
          </p:grpSpPr>
          <p:sp>
            <p:nvSpPr>
              <p:cNvPr id="113" name="Google Shape;113;p27"/>
              <p:cNvSpPr/>
              <p:nvPr/>
            </p:nvSpPr>
            <p:spPr>
              <a:xfrm>
                <a:off x="2716728" y="4391709"/>
                <a:ext cx="415480" cy="438816"/>
              </a:xfrm>
              <a:custGeom>
                <a:rect b="b" l="l" r="r" t="t"/>
                <a:pathLst>
                  <a:path extrusionOk="0" h="438816" w="415480">
                    <a:moveTo>
                      <a:pt x="415481" y="438817"/>
                    </a:moveTo>
                    <a:lnTo>
                      <a:pt x="254318" y="2286"/>
                    </a:lnTo>
                    <a:cubicBezTo>
                      <a:pt x="253841" y="953"/>
                      <a:pt x="252508" y="0"/>
                      <a:pt x="251079" y="0"/>
                    </a:cubicBezTo>
                    <a:lnTo>
                      <a:pt x="161735" y="0"/>
                    </a:lnTo>
                    <a:lnTo>
                      <a:pt x="161735" y="10001"/>
                    </a:lnTo>
                    <a:lnTo>
                      <a:pt x="0" y="438817"/>
                    </a:lnTo>
                    <a:lnTo>
                      <a:pt x="93440" y="438817"/>
                    </a:lnTo>
                    <a:lnTo>
                      <a:pt x="123158" y="348139"/>
                    </a:lnTo>
                    <a:lnTo>
                      <a:pt x="293561" y="348139"/>
                    </a:lnTo>
                    <a:lnTo>
                      <a:pt x="327850" y="438817"/>
                    </a:lnTo>
                    <a:lnTo>
                      <a:pt x="415481" y="438817"/>
                    </a:lnTo>
                    <a:close/>
                    <a:moveTo>
                      <a:pt x="271367" y="278892"/>
                    </a:moveTo>
                    <a:lnTo>
                      <a:pt x="145352" y="278892"/>
                    </a:lnTo>
                    <a:lnTo>
                      <a:pt x="204406" y="95726"/>
                    </a:lnTo>
                    <a:lnTo>
                      <a:pt x="204406" y="92393"/>
                    </a:lnTo>
                    <a:lnTo>
                      <a:pt x="211836" y="92393"/>
                    </a:lnTo>
                    <a:lnTo>
                      <a:pt x="211836" y="95726"/>
                    </a:lnTo>
                    <a:lnTo>
                      <a:pt x="271463" y="278987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50" spcFirstLastPara="1" rIns="91450" wrap="square" tIns="45700">
                <a:noAutofit/>
              </a:bodyPr>
              <a:lstStyle/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" name="Google Shape;114;p27"/>
              <p:cNvSpPr/>
              <p:nvPr/>
            </p:nvSpPr>
            <p:spPr>
              <a:xfrm>
                <a:off x="3015327" y="4391805"/>
                <a:ext cx="304333" cy="445510"/>
              </a:xfrm>
              <a:custGeom>
                <a:rect b="b" l="l" r="r" t="t"/>
                <a:pathLst>
                  <a:path extrusionOk="0" h="445510" w="304333">
                    <a:moveTo>
                      <a:pt x="218227" y="174593"/>
                    </a:moveTo>
                    <a:lnTo>
                      <a:pt x="288331" y="84201"/>
                    </a:lnTo>
                    <a:cubicBezTo>
                      <a:pt x="288903" y="83534"/>
                      <a:pt x="289188" y="82582"/>
                      <a:pt x="289188" y="81725"/>
                    </a:cubicBezTo>
                    <a:lnTo>
                      <a:pt x="289188" y="762"/>
                    </a:lnTo>
                    <a:cubicBezTo>
                      <a:pt x="289188" y="762"/>
                      <a:pt x="288807" y="0"/>
                      <a:pt x="288426" y="0"/>
                    </a:cubicBezTo>
                    <a:lnTo>
                      <a:pt x="581" y="381"/>
                    </a:lnTo>
                    <a:cubicBezTo>
                      <a:pt x="581" y="381"/>
                      <a:pt x="-86" y="762"/>
                      <a:pt x="9" y="1238"/>
                    </a:cubicBezTo>
                    <a:lnTo>
                      <a:pt x="24870" y="70199"/>
                    </a:lnTo>
                    <a:lnTo>
                      <a:pt x="210607" y="70199"/>
                    </a:lnTo>
                    <a:lnTo>
                      <a:pt x="195081" y="81915"/>
                    </a:lnTo>
                    <a:lnTo>
                      <a:pt x="192986" y="84392"/>
                    </a:lnTo>
                    <a:lnTo>
                      <a:pt x="104022" y="200501"/>
                    </a:lnTo>
                    <a:cubicBezTo>
                      <a:pt x="103260" y="201454"/>
                      <a:pt x="103070" y="202692"/>
                      <a:pt x="103546" y="203835"/>
                    </a:cubicBezTo>
                    <a:lnTo>
                      <a:pt x="119643" y="248888"/>
                    </a:lnTo>
                    <a:cubicBezTo>
                      <a:pt x="120977" y="252603"/>
                      <a:pt x="124977" y="254222"/>
                      <a:pt x="128406" y="252222"/>
                    </a:cubicBezTo>
                    <a:cubicBezTo>
                      <a:pt x="140979" y="245174"/>
                      <a:pt x="156124" y="242126"/>
                      <a:pt x="172221" y="245269"/>
                    </a:cubicBezTo>
                    <a:cubicBezTo>
                      <a:pt x="197748" y="250222"/>
                      <a:pt x="217179" y="269272"/>
                      <a:pt x="222323" y="294799"/>
                    </a:cubicBezTo>
                    <a:cubicBezTo>
                      <a:pt x="230324" y="334518"/>
                      <a:pt x="201463" y="369475"/>
                      <a:pt x="163744" y="371856"/>
                    </a:cubicBezTo>
                    <a:cubicBezTo>
                      <a:pt x="162411" y="371856"/>
                      <a:pt x="161077" y="372047"/>
                      <a:pt x="159744" y="372047"/>
                    </a:cubicBezTo>
                    <a:cubicBezTo>
                      <a:pt x="148599" y="372047"/>
                      <a:pt x="138027" y="369189"/>
                      <a:pt x="128883" y="364141"/>
                    </a:cubicBezTo>
                    <a:cubicBezTo>
                      <a:pt x="128883" y="364141"/>
                      <a:pt x="158029" y="445294"/>
                      <a:pt x="158124" y="445389"/>
                    </a:cubicBezTo>
                    <a:cubicBezTo>
                      <a:pt x="168792" y="445865"/>
                      <a:pt x="179175" y="444913"/>
                      <a:pt x="189176" y="443008"/>
                    </a:cubicBezTo>
                    <a:cubicBezTo>
                      <a:pt x="254708" y="430816"/>
                      <a:pt x="304333" y="373475"/>
                      <a:pt x="304333" y="304419"/>
                    </a:cubicBezTo>
                    <a:cubicBezTo>
                      <a:pt x="304333" y="246126"/>
                      <a:pt x="268995" y="196120"/>
                      <a:pt x="218513" y="1745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50" spcFirstLastPara="1" rIns="91450" wrap="square" tIns="45700">
                <a:noAutofit/>
              </a:bodyPr>
              <a:lstStyle/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15" name="Google Shape;115;p27"/>
          <p:cNvSpPr txBox="1"/>
          <p:nvPr/>
        </p:nvSpPr>
        <p:spPr>
          <a:xfrm>
            <a:off x="1441650" y="288025"/>
            <a:ext cx="2711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21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F5F5F5"/>
                </a:solidFill>
                <a:latin typeface="Lato"/>
                <a:ea typeface="Lato"/>
                <a:cs typeface="Lato"/>
                <a:sym typeface="Lato"/>
              </a:rPr>
              <a:t>PROPOSTA TÉCNICA E COMERCIAL ·</a:t>
            </a:r>
            <a:r>
              <a:rPr lang="pt-BR" sz="800">
                <a:solidFill>
                  <a:srgbClr val="F5F5F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pt-BR" sz="800">
                <a:solidFill>
                  <a:srgbClr val="F5F5F5"/>
                </a:solidFill>
                <a:latin typeface="Lato"/>
                <a:ea typeface="Lato"/>
                <a:cs typeface="Lato"/>
                <a:sym typeface="Lato"/>
              </a:rPr>
              <a:t>3 CORAÇÕES</a:t>
            </a:r>
            <a:r>
              <a:rPr lang="pt-BR" sz="800">
                <a:solidFill>
                  <a:srgbClr val="F5F5F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sz="800">
              <a:solidFill>
                <a:srgbClr val="F5F5F5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21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sz="800">
              <a:solidFill>
                <a:srgbClr val="F5F5F5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preencoded.png" id="116" name="Google Shape;116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740475" y="8424000"/>
            <a:ext cx="683520" cy="115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580223" y="8424000"/>
            <a:ext cx="1152000" cy="115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2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5160347" y="8424000"/>
            <a:ext cx="1152000" cy="115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7"/>
          <p:cNvSpPr txBox="1"/>
          <p:nvPr/>
        </p:nvSpPr>
        <p:spPr>
          <a:xfrm>
            <a:off x="1440000" y="2016000"/>
            <a:ext cx="10965000" cy="23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5B6FF"/>
              </a:buClr>
              <a:buSzPts val="6000"/>
              <a:buFont typeface="Lato Black"/>
              <a:buNone/>
            </a:pPr>
            <a:r>
              <a:rPr lang="pt-BR" sz="9600">
                <a:solidFill>
                  <a:srgbClr val="F4F4F4"/>
                </a:solidFill>
                <a:latin typeface="Lato Black"/>
                <a:ea typeface="Lato Black"/>
                <a:cs typeface="Lato Black"/>
                <a:sym typeface="Lato Black"/>
              </a:rPr>
              <a:t>Proposta</a:t>
            </a:r>
            <a:endParaRPr b="0" i="0" sz="9600" u="none" cap="none" strike="noStrike">
              <a:solidFill>
                <a:srgbClr val="F4F4F4"/>
              </a:solidFill>
              <a:latin typeface="Lato Black"/>
              <a:ea typeface="Lato Black"/>
              <a:cs typeface="Lato Black"/>
              <a:sym typeface="Lato Black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5B6FF"/>
              </a:buClr>
              <a:buSzPts val="6000"/>
              <a:buFont typeface="Lato Black"/>
              <a:buNone/>
            </a:pPr>
            <a:r>
              <a:rPr lang="pt-BR" sz="9600">
                <a:solidFill>
                  <a:srgbClr val="F4F4F4"/>
                </a:solidFill>
                <a:latin typeface="Lato Black"/>
                <a:ea typeface="Lato Black"/>
                <a:cs typeface="Lato Black"/>
                <a:sym typeface="Lato Black"/>
              </a:rPr>
              <a:t>Técnica </a:t>
            </a:r>
            <a:endParaRPr b="0" i="0" sz="9600" u="none" cap="none" strike="noStrike">
              <a:solidFill>
                <a:srgbClr val="F4F4F4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120" name="Google Shape;120;p27"/>
          <p:cNvSpPr txBox="1"/>
          <p:nvPr/>
        </p:nvSpPr>
        <p:spPr>
          <a:xfrm>
            <a:off x="1441647" y="9875975"/>
            <a:ext cx="18906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8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© </a:t>
            </a:r>
            <a:r>
              <a:rPr lang="pt-BR" sz="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2026</a:t>
            </a:r>
            <a:r>
              <a:rPr b="0" i="0" lang="pt-BR" sz="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· A3DATA CONSULTORIA S/A.</a:t>
            </a:r>
            <a:endParaRPr b="0" i="0" sz="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1" name="Google Shape;121;p27"/>
          <p:cNvSpPr txBox="1"/>
          <p:nvPr/>
        </p:nvSpPr>
        <p:spPr>
          <a:xfrm>
            <a:off x="3585947" y="9876000"/>
            <a:ext cx="24660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1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LOUCOS POR DADOS APAIXONADOS POR GENTE</a:t>
            </a:r>
            <a:endParaRPr b="0" i="0" sz="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2" name="Google Shape;122;p27"/>
          <p:cNvSpPr txBox="1"/>
          <p:nvPr/>
        </p:nvSpPr>
        <p:spPr>
          <a:xfrm>
            <a:off x="1567950" y="4739363"/>
            <a:ext cx="10257600" cy="20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200">
                <a:solidFill>
                  <a:srgbClr val="F4F4F4"/>
                </a:solidFill>
                <a:latin typeface="Lato Black"/>
                <a:ea typeface="Lato Black"/>
                <a:cs typeface="Lato Black"/>
                <a:sym typeface="Lato Black"/>
              </a:rPr>
              <a:t>Recomendação de SKU B2B</a:t>
            </a:r>
            <a:br>
              <a:rPr lang="pt-BR" sz="5200">
                <a:solidFill>
                  <a:srgbClr val="F4F4F4"/>
                </a:solidFill>
                <a:latin typeface="Lato Black"/>
                <a:ea typeface="Lato Black"/>
                <a:cs typeface="Lato Black"/>
                <a:sym typeface="Lato Black"/>
              </a:rPr>
            </a:br>
            <a:r>
              <a:rPr lang="pt-BR" sz="5200">
                <a:solidFill>
                  <a:srgbClr val="F4F4F4"/>
                </a:solidFill>
                <a:latin typeface="Lato Black"/>
                <a:ea typeface="Lato Black"/>
                <a:cs typeface="Lato Black"/>
                <a:sym typeface="Lato Black"/>
              </a:rPr>
              <a:t>NBO e MBA · Prova de Valor</a:t>
            </a:r>
            <a:endParaRPr sz="5200">
              <a:solidFill>
                <a:srgbClr val="F4F4F4"/>
              </a:solidFill>
              <a:latin typeface="Lato Black"/>
              <a:ea typeface="Lato Black"/>
              <a:cs typeface="Lato Black"/>
              <a:sym typeface="Lato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2"/>
              </a:solidFill>
            </a:endParaRPr>
          </a:p>
        </p:txBody>
      </p:sp>
      <p:pic>
        <p:nvPicPr>
          <p:cNvPr id="2001" name="Logo do cliente"/>
          <p:cNvPicPr preferRelativeResize="0"/>
          <p:nvPr/>
        </p:nvPicPr>
        <p:blipFill>
          <a:blip r:embed="rIdLogoCliente"/>
          <a:stretch>
            <a:fillRect/>
          </a:stretch>
        </p:blipFill>
        <p:spPr>
          <a:xfrm>
            <a:off x="3332250" y="8421750"/>
            <a:ext cx="952500" cy="952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28"/>
          <p:cNvPicPr preferRelativeResize="0"/>
          <p:nvPr/>
        </p:nvPicPr>
        <p:blipFill rotWithShape="1">
          <a:blip r:embed="rId3">
            <a:alphaModFix/>
          </a:blip>
          <a:srcRect b="0" l="26117" r="9508" t="0"/>
          <a:stretch/>
        </p:blipFill>
        <p:spPr>
          <a:xfrm>
            <a:off x="8352000" y="0"/>
            <a:ext cx="9936000" cy="102870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pic>
        <p:nvPicPr>
          <p:cNvPr descr="preencoded.png" id="129" name="Google Shape;129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2000" y="9869738"/>
            <a:ext cx="610560" cy="115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8"/>
          <p:cNvSpPr txBox="1"/>
          <p:nvPr/>
        </p:nvSpPr>
        <p:spPr>
          <a:xfrm>
            <a:off x="1441647" y="9875975"/>
            <a:ext cx="18906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8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© </a:t>
            </a:r>
            <a:r>
              <a:rPr lang="pt-BR" sz="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2026</a:t>
            </a:r>
            <a:r>
              <a:rPr b="0" i="0" lang="pt-BR" sz="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· A3DATA CONSULTORIA S/A.</a:t>
            </a:r>
            <a:endParaRPr b="0" i="0" sz="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1" name="Google Shape;131;p28"/>
          <p:cNvSpPr txBox="1"/>
          <p:nvPr/>
        </p:nvSpPr>
        <p:spPr>
          <a:xfrm>
            <a:off x="3585947" y="9876000"/>
            <a:ext cx="24660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1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LOUCOS POR DADOS APAIXONADOS POR GENTE</a:t>
            </a:r>
            <a:endParaRPr b="0" i="0" sz="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2" name="Google Shape;132;p28"/>
          <p:cNvSpPr txBox="1"/>
          <p:nvPr/>
        </p:nvSpPr>
        <p:spPr>
          <a:xfrm>
            <a:off x="1441650" y="6411950"/>
            <a:ext cx="6046800" cy="9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Reiteramos nosso agradecimento pela nossa participação nesta oportunidade e asseguramos que o time A3Data está profundamente motivado, comprometido com o êxito  e confiante de ofertar </a:t>
            </a:r>
            <a:r>
              <a:rPr lang="pt-BR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à </a:t>
            </a:r>
            <a:r>
              <a:rPr lang="pt-BR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3 CORAÇÕES</a:t>
            </a:r>
            <a:r>
              <a:rPr lang="pt-BR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b="0" i="0" lang="pt-BR" sz="1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uma abordagem que assegura os elementos para o sucesso deste projeto.</a:t>
            </a:r>
            <a:endParaRPr b="0" i="0" sz="14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3" name="Google Shape;133;p28"/>
          <p:cNvSpPr txBox="1"/>
          <p:nvPr/>
        </p:nvSpPr>
        <p:spPr>
          <a:xfrm>
            <a:off x="1441650" y="1008000"/>
            <a:ext cx="60468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5B6FF"/>
              </a:buClr>
              <a:buSzPts val="6000"/>
              <a:buFont typeface="Lato Black"/>
              <a:buNone/>
            </a:pPr>
            <a:r>
              <a:rPr b="0" i="0" lang="pt-BR" sz="40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Proposta</a:t>
            </a:r>
            <a:endParaRPr b="0" i="0" sz="4000" u="none" cap="none" strike="noStrike">
              <a:solidFill>
                <a:schemeClr val="dk1"/>
              </a:solidFill>
              <a:latin typeface="Lato Black"/>
              <a:ea typeface="Lato Black"/>
              <a:cs typeface="Lato Black"/>
              <a:sym typeface="Lato Black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5B6FF"/>
              </a:buClr>
              <a:buSzPts val="6000"/>
              <a:buFont typeface="Lato Black"/>
              <a:buNone/>
            </a:pPr>
            <a:r>
              <a:rPr b="0" i="0" lang="pt-BR" sz="40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Comercial</a:t>
            </a:r>
            <a:endParaRPr b="0" i="0" sz="40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4" name="Google Shape;134;p28"/>
          <p:cNvSpPr txBox="1"/>
          <p:nvPr/>
        </p:nvSpPr>
        <p:spPr>
          <a:xfrm>
            <a:off x="1441650" y="3863100"/>
            <a:ext cx="6046800" cy="9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Em primeiro lugar, gostaríamos de agradecer a confiança d</a:t>
            </a:r>
            <a:r>
              <a:rPr lang="pt-BR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 </a:t>
            </a:r>
            <a:r>
              <a:rPr lang="pt-BR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3 CORAÇÕES</a:t>
            </a:r>
            <a:r>
              <a:rPr lang="pt-BR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,</a:t>
            </a:r>
            <a:r>
              <a:rPr b="0" i="0" lang="pt-BR" sz="1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de seus executivos e corpo técnico, depositadas na A3Data, com o objetivo principal de estabelecer </a:t>
            </a:r>
            <a:r>
              <a:rPr lang="pt-BR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uma recomendação algorítmica de SKU para o canal B2B, no lugar da escolha manual de itens nas campanhas, medida por teste A/B em faturamento e margem.</a:t>
            </a:r>
            <a:endParaRPr b="0" i="0" sz="1400" u="none" cap="none" strike="noStrike">
              <a:solidFill>
                <a:schemeClr val="dk1"/>
              </a:solidFill>
              <a:highlight>
                <a:srgbClr val="D9D9D9"/>
              </a:highlight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5" name="Google Shape;135;p28"/>
          <p:cNvSpPr txBox="1"/>
          <p:nvPr/>
        </p:nvSpPr>
        <p:spPr>
          <a:xfrm>
            <a:off x="1441650" y="5358900"/>
            <a:ext cx="6046800" cy="7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Nesse contexto, </a:t>
            </a:r>
            <a:r>
              <a:rPr lang="pt-BR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propomos uma prova de valor que recomenda a próxima melhor oferta por cliente e as combinações de itens, comparada ao processo atual, com caminho para a produção.</a:t>
            </a:r>
            <a:endParaRPr b="0" i="0" sz="14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6" name="Google Shape;136;p28"/>
          <p:cNvSpPr txBox="1"/>
          <p:nvPr/>
        </p:nvSpPr>
        <p:spPr>
          <a:xfrm>
            <a:off x="1441650" y="2592000"/>
            <a:ext cx="6046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São Paulo</a:t>
            </a:r>
            <a:r>
              <a:rPr b="0" i="0" lang="pt-BR" sz="1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pt-BR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27 de Outubro de 2026</a:t>
            </a:r>
            <a:r>
              <a:rPr b="0" i="0" lang="pt-BR" sz="1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b="0" i="0" sz="14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7" name="Google Shape;137;p28"/>
          <p:cNvSpPr txBox="1"/>
          <p:nvPr/>
        </p:nvSpPr>
        <p:spPr>
          <a:xfrm>
            <a:off x="1441650" y="3161325"/>
            <a:ext cx="6153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3 CORAÇÕES</a:t>
            </a:r>
            <a:endParaRPr>
              <a:solidFill>
                <a:schemeClr val="dk1"/>
              </a:solidFill>
              <a:highlight>
                <a:srgbClr val="D8D8D8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Aos cuidados de  </a:t>
            </a:r>
            <a:r>
              <a:rPr lang="pt-BR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[CONTATO DA 3 CORAÇÕES A CONFIRMAR]</a:t>
            </a:r>
            <a:endParaRPr>
              <a:solidFill>
                <a:schemeClr val="dk1"/>
              </a:solidFill>
              <a:highlight>
                <a:schemeClr val="dk1"/>
              </a:highlight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8" name="Google Shape;138;p28"/>
          <p:cNvSpPr txBox="1"/>
          <p:nvPr/>
        </p:nvSpPr>
        <p:spPr>
          <a:xfrm>
            <a:off x="1441647" y="8571863"/>
            <a:ext cx="2686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Atenciosamente,</a:t>
            </a:r>
            <a:endParaRPr b="0" i="0" sz="14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39" name="Google Shape;139;p28"/>
          <p:cNvCxnSpPr/>
          <p:nvPr/>
        </p:nvCxnSpPr>
        <p:spPr>
          <a:xfrm>
            <a:off x="3149600" y="8737588"/>
            <a:ext cx="4356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0" name="Google Shape;140;p28"/>
          <p:cNvSpPr txBox="1"/>
          <p:nvPr/>
        </p:nvSpPr>
        <p:spPr>
          <a:xfrm>
            <a:off x="3149600" y="8856425"/>
            <a:ext cx="4356000" cy="3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[NOME DO ASSINANTE A CONFIRMAR]</a:t>
            </a:r>
            <a:endParaRPr b="0" i="0" sz="1400" u="none" cap="none" strike="noStrike">
              <a:solidFill>
                <a:schemeClr val="dk1"/>
              </a:solidFill>
              <a:latin typeface="Lato Black"/>
              <a:ea typeface="Lato Black"/>
              <a:cs typeface="Lato Black"/>
              <a:sym typeface="Lato Black"/>
            </a:endParaRPr>
          </a:p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[CARGO A CONFIRMAR]</a:t>
            </a:r>
            <a:endParaRPr b="0" i="0" sz="14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1" name="Google Shape;141;p28"/>
          <p:cNvSpPr txBox="1"/>
          <p:nvPr/>
        </p:nvSpPr>
        <p:spPr>
          <a:xfrm>
            <a:off x="3149600" y="8186275"/>
            <a:ext cx="4338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highlight>
                <a:srgbClr val="D8D8D8"/>
              </a:highlight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2" name="Google Shape;142;p28"/>
          <p:cNvSpPr txBox="1"/>
          <p:nvPr/>
        </p:nvSpPr>
        <p:spPr>
          <a:xfrm>
            <a:off x="1441649" y="288025"/>
            <a:ext cx="69102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212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pt-BR" sz="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PROPOSTA TÉCNICA E COMERCIAL · 3 CORAÇÕES</a:t>
            </a:r>
            <a:endParaRPr sz="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